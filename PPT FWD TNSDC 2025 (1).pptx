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Lst>
  <p:sldSz type="screen16x9" cy="6858000" cx="12192000"/>
  <p:notesSz cx="12192000" cy="6858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p:cViewPr varScale="1">
        <p:scale>
          <a:sx n="62" d="100"/>
          <a:sy n="62" d="100"/>
        </p:scale>
        <p:origin x="804"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tableStyles" Target="tableStyle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4" name=""/>
        <p:cNvGrpSpPr/>
        <p:nvPr/>
      </p:nvGrpSpPr>
      <p:grpSpPr>
        <a:xfrm>
          <a:off x="0" y="0"/>
          <a:ext cx="0" cy="0"/>
          <a:chOff x="0" y="0"/>
          <a:chExt cx="0" cy="0"/>
        </a:xfrm>
      </p:grpSpPr>
      <p:sp>
        <p:nvSpPr>
          <p:cNvPr id="1048700" name="Header Placeholder 1"/>
          <p:cNvSpPr>
            <a:spLocks noGrp="1"/>
          </p:cNvSpPr>
          <p:nvPr>
            <p:ph type="hdr" sz="quarter"/>
          </p:nvPr>
        </p:nvSpPr>
        <p:spPr>
          <a:xfrm>
            <a:off x="0" y="0"/>
            <a:ext cx="5283200" cy="344488"/>
          </a:xfrm>
          <a:prstGeom prst="rect"/>
        </p:spPr>
        <p:txBody>
          <a:bodyPr bIns="45720" lIns="91440" rIns="91440" rtlCol="0" tIns="45720" vert="horz"/>
          <a:lstStyle>
            <a:lvl1pPr algn="l">
              <a:defRPr sz="1200"/>
            </a:lvl1pPr>
          </a:lstStyle>
          <a:p>
            <a:endParaRPr lang="en-IN"/>
          </a:p>
        </p:txBody>
      </p:sp>
      <p:sp>
        <p:nvSpPr>
          <p:cNvPr id="1048701" name="Date Placeholder 2"/>
          <p:cNvSpPr>
            <a:spLocks noGrp="1"/>
          </p:cNvSpPr>
          <p:nvPr>
            <p:ph type="dt" idx="1"/>
          </p:nvPr>
        </p:nvSpPr>
        <p:spPr>
          <a:xfrm>
            <a:off x="6905625" y="0"/>
            <a:ext cx="5283200" cy="344488"/>
          </a:xfrm>
          <a:prstGeom prst="rect"/>
        </p:spPr>
        <p:txBody>
          <a:bodyPr bIns="45720" lIns="91440" rIns="91440" rtlCol="0" tIns="45720" vert="horz"/>
          <a:lstStyle>
            <a:lvl1pPr algn="r">
              <a:defRPr sz="1200"/>
            </a:lvl1pPr>
          </a:lstStyle>
          <a:p>
            <a:fld id="{84B86612-B127-4CD0-BF15-66D49A7175F7}" type="datetimeFigureOut">
              <a:rPr lang="en-IN" smtClean="0"/>
              <a:t>18-08-2025</a:t>
            </a:fld>
            <a:endParaRPr lang="en-IN"/>
          </a:p>
        </p:txBody>
      </p:sp>
      <p:sp>
        <p:nvSpPr>
          <p:cNvPr id="1048702" name="Slide Image Placeholder 3"/>
          <p:cNvSpPr>
            <a:spLocks noChangeAspect="1" noRot="1" noGrp="1"/>
          </p:cNvSpPr>
          <p:nvPr>
            <p:ph type="sldImg" idx="2"/>
          </p:nvPr>
        </p:nvSpPr>
        <p:spPr>
          <a:xfrm>
            <a:off x="4038600" y="857250"/>
            <a:ext cx="4114800" cy="2314575"/>
          </a:xfrm>
          <a:prstGeom prst="rect"/>
          <a:noFill/>
          <a:ln w="12700">
            <a:solidFill>
              <a:prstClr val="black"/>
            </a:solidFill>
          </a:ln>
        </p:spPr>
        <p:txBody>
          <a:bodyPr anchor="ctr" bIns="45720" lIns="91440" rIns="91440" rtlCol="0" tIns="45720" vert="horz"/>
          <a:p>
            <a:endParaRPr lang="en-IN"/>
          </a:p>
        </p:txBody>
      </p:sp>
      <p:sp>
        <p:nvSpPr>
          <p:cNvPr id="1048703" name="Notes Placeholder 4"/>
          <p:cNvSpPr>
            <a:spLocks noGrp="1"/>
          </p:cNvSpPr>
          <p:nvPr>
            <p:ph type="body" sz="quarter" idx="3"/>
          </p:nvPr>
        </p:nvSpPr>
        <p:spPr>
          <a:xfrm>
            <a:off x="1219200" y="3300413"/>
            <a:ext cx="9753600" cy="2700337"/>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4" name="Footer Placeholder 5"/>
          <p:cNvSpPr>
            <a:spLocks noGrp="1"/>
          </p:cNvSpPr>
          <p:nvPr>
            <p:ph type="ftr" sz="quarter" idx="4"/>
          </p:nvPr>
        </p:nvSpPr>
        <p:spPr>
          <a:xfrm>
            <a:off x="0" y="6513513"/>
            <a:ext cx="5283200" cy="344487"/>
          </a:xfrm>
          <a:prstGeom prst="rect"/>
        </p:spPr>
        <p:txBody>
          <a:bodyPr anchor="b" bIns="45720" lIns="91440" rIns="91440" rtlCol="0" tIns="45720" vert="horz"/>
          <a:lstStyle>
            <a:lvl1pPr algn="l">
              <a:defRPr sz="1200"/>
            </a:lvl1pPr>
          </a:lstStyle>
          <a:p>
            <a:endParaRPr lang="en-IN"/>
          </a:p>
        </p:txBody>
      </p:sp>
      <p:sp>
        <p:nvSpPr>
          <p:cNvPr id="1048705" name="Slide Number Placeholder 6"/>
          <p:cNvSpPr>
            <a:spLocks noGrp="1"/>
          </p:cNvSpPr>
          <p:nvPr>
            <p:ph type="sldNum" sz="quarter" idx="5"/>
          </p:nvPr>
        </p:nvSpPr>
        <p:spPr>
          <a:xfrm>
            <a:off x="6905625" y="6513513"/>
            <a:ext cx="5283200" cy="344487"/>
          </a:xfrm>
          <a:prstGeom prst="rect"/>
        </p:spPr>
        <p:txBody>
          <a:bodyPr anchor="b" bIns="45720" lIns="91440" rIns="91440" rtlCol="0" tIns="45720" vert="horz"/>
          <a:lstStyle>
            <a:lvl1pPr algn="r">
              <a:defRPr sz="1200"/>
            </a:lvl1pPr>
          </a:lstStyle>
          <a:p>
            <a:fld id="{F7F439ED-1E90-4106-847A-8EF19031FE2F}" type="slidenum">
              <a:rPr lang="en-IN" smtClean="0"/>
              <a:t>‹#›</a:t>
            </a:fld>
            <a:endParaRPr lang="en-I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626" name="Slide Image Placeholder 1"/>
          <p:cNvSpPr>
            <a:spLocks noChangeAspect="1" noRot="1" noGrp="1"/>
          </p:cNvSpPr>
          <p:nvPr>
            <p:ph type="sldImg"/>
          </p:nvPr>
        </p:nvSpPr>
        <p:spPr/>
      </p:sp>
      <p:sp>
        <p:nvSpPr>
          <p:cNvPr id="1048627" name="Notes Placeholder 2"/>
          <p:cNvSpPr>
            <a:spLocks noGrp="1"/>
          </p:cNvSpPr>
          <p:nvPr>
            <p:ph type="body" idx="1"/>
          </p:nvPr>
        </p:nvSpPr>
        <p:spPr/>
        <p:txBody>
          <a:bodyPr/>
          <a:p>
            <a:endParaRPr dirty="0" lang="en-IN"/>
          </a:p>
        </p:txBody>
      </p:sp>
      <p:sp>
        <p:nvSpPr>
          <p:cNvPr id="1048628" name="Slide Number Placeholder 3"/>
          <p:cNvSpPr>
            <a:spLocks noGrp="1"/>
          </p:cNvSpPr>
          <p:nvPr>
            <p:ph type="sldNum" sz="quarter" idx="5"/>
          </p:nvPr>
        </p:nvSpPr>
        <p:spPr/>
        <p:txBody>
          <a:bodyPr/>
          <a:p>
            <a:fld id="{F7F439ED-1E90-4106-847A-8EF19031FE2F}"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23" name=""/>
        <p:cNvGrpSpPr/>
        <p:nvPr/>
      </p:nvGrpSpPr>
      <p:grpSpPr>
        <a:xfrm>
          <a:off x="0" y="0"/>
          <a:ext cx="0" cy="0"/>
          <a:chOff x="0" y="0"/>
          <a:chExt cx="0" cy="0"/>
        </a:xfrm>
      </p:grpSpPr>
      <p:sp>
        <p:nvSpPr>
          <p:cNvPr id="1048609" name="Holder 2"/>
          <p:cNvSpPr>
            <a:spLocks noGrp="1"/>
          </p:cNvSpPr>
          <p:nvPr>
            <p:ph type="ctrTitle"/>
          </p:nvPr>
        </p:nvSpPr>
        <p:spPr>
          <a:xfrm>
            <a:off x="3195574" y="2067305"/>
            <a:ext cx="5800851" cy="482600"/>
          </a:xfrm>
          <a:prstGeom prst="rect"/>
        </p:spPr>
        <p:txBody>
          <a:bodyPr bIns="0" lIns="0" rIns="0" tIns="0" wrap="square">
            <a:spAutoFit/>
          </a:bodyPr>
          <a:lstStyle>
            <a:lvl1pPr>
              <a:defRPr b="0" sz="3200" i="0">
                <a:solidFill>
                  <a:schemeClr val="tx1"/>
                </a:solidFill>
                <a:latin typeface="Trebuchet MS"/>
                <a:cs typeface="Trebuchet MS"/>
              </a:defRPr>
            </a:lvl1pPr>
          </a:lstStyle>
          <a:p/>
        </p:txBody>
      </p:sp>
      <p:sp>
        <p:nvSpPr>
          <p:cNvPr id="1048610" name="Holder 3"/>
          <p:cNvSpPr>
            <a:spLocks noGrp="1"/>
          </p:cNvSpPr>
          <p:nvPr>
            <p:ph type="subTitle" idx="4"/>
          </p:nvPr>
        </p:nvSpPr>
        <p:spPr>
          <a:xfrm>
            <a:off x="1828800" y="3840480"/>
            <a:ext cx="8534400" cy="266700"/>
          </a:xfrm>
          <a:prstGeom prst="rect"/>
        </p:spPr>
        <p:txBody>
          <a:bodyPr bIns="0" lIns="0" rIns="0" tIns="0" wrap="square">
            <a:spAutoFit/>
          </a:bodyPr>
          <a:p/>
        </p:txBody>
      </p:sp>
      <p:sp>
        <p:nvSpPr>
          <p:cNvPr id="1048611"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12"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13"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1" name=""/>
        <p:cNvGrpSpPr/>
        <p:nvPr/>
      </p:nvGrpSpPr>
      <p:grpSpPr>
        <a:xfrm>
          <a:off x="0" y="0"/>
          <a:ext cx="0" cy="0"/>
          <a:chOff x="0" y="0"/>
          <a:chExt cx="0" cy="0"/>
        </a:xfrm>
      </p:grpSpPr>
      <p:sp>
        <p:nvSpPr>
          <p:cNvPr id="1048686" name="Holder 2"/>
          <p:cNvSpPr>
            <a:spLocks noGrp="1"/>
          </p:cNvSpPr>
          <p:nvPr>
            <p:ph type="title"/>
          </p:nvPr>
        </p:nvSpPr>
        <p:spPr>
          <a:xfrm>
            <a:off x="755332" y="385444"/>
            <a:ext cx="10681335" cy="723901"/>
          </a:xfrm>
        </p:spPr>
        <p:txBody>
          <a:bodyPr bIns="0" lIns="0" rIns="0" tIns="0"/>
          <a:lstStyle>
            <a:lvl1pPr>
              <a:defRPr b="1" sz="4800" i="0">
                <a:solidFill>
                  <a:schemeClr val="tx1"/>
                </a:solidFill>
                <a:latin typeface="Trebuchet MS"/>
                <a:cs typeface="Trebuchet MS"/>
              </a:defRPr>
            </a:lvl1pPr>
          </a:lstStyle>
          <a:p/>
        </p:txBody>
      </p:sp>
      <p:sp>
        <p:nvSpPr>
          <p:cNvPr id="1048687" name="Holder 3"/>
          <p:cNvSpPr>
            <a:spLocks noGrp="1"/>
          </p:cNvSpPr>
          <p:nvPr>
            <p:ph type="body" idx="1"/>
          </p:nvPr>
        </p:nvSpPr>
        <p:spPr>
          <a:xfrm>
            <a:off x="609600" y="1577340"/>
            <a:ext cx="10972800" cy="266700"/>
          </a:xfrm>
        </p:spPr>
        <p:txBody>
          <a:bodyPr bIns="0" lIns="0" rIns="0" tIns="0"/>
          <a:p/>
        </p:txBody>
      </p:sp>
      <p:sp>
        <p:nvSpPr>
          <p:cNvPr id="1048688"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89"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90"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42" name=""/>
        <p:cNvGrpSpPr/>
        <p:nvPr/>
      </p:nvGrpSpPr>
      <p:grpSpPr>
        <a:xfrm>
          <a:off x="0" y="0"/>
          <a:ext cx="0" cy="0"/>
          <a:chOff x="0" y="0"/>
          <a:chExt cx="0" cy="0"/>
        </a:xfrm>
      </p:grpSpPr>
      <p:sp>
        <p:nvSpPr>
          <p:cNvPr id="1048691" name="Holder 2"/>
          <p:cNvSpPr>
            <a:spLocks noGrp="1"/>
          </p:cNvSpPr>
          <p:nvPr>
            <p:ph type="title"/>
          </p:nvPr>
        </p:nvSpPr>
        <p:spPr>
          <a:xfrm>
            <a:off x="755332" y="385444"/>
            <a:ext cx="10681335" cy="723901"/>
          </a:xfrm>
        </p:spPr>
        <p:txBody>
          <a:bodyPr bIns="0" lIns="0" rIns="0" tIns="0"/>
          <a:lstStyle>
            <a:lvl1pPr>
              <a:defRPr b="1" sz="4800" i="0">
                <a:solidFill>
                  <a:schemeClr val="tx1"/>
                </a:solidFill>
                <a:latin typeface="Trebuchet MS"/>
                <a:cs typeface="Trebuchet MS"/>
              </a:defRPr>
            </a:lvl1pPr>
          </a:lstStyle>
          <a:p/>
        </p:txBody>
      </p:sp>
      <p:sp>
        <p:nvSpPr>
          <p:cNvPr id="1048692" name="Holder 3"/>
          <p:cNvSpPr>
            <a:spLocks noGrp="1"/>
          </p:cNvSpPr>
          <p:nvPr>
            <p:ph sz="half" idx="2"/>
          </p:nvPr>
        </p:nvSpPr>
        <p:spPr>
          <a:xfrm>
            <a:off x="609600" y="1577340"/>
            <a:ext cx="5303520" cy="266700"/>
          </a:xfrm>
          <a:prstGeom prst="rect"/>
        </p:spPr>
        <p:txBody>
          <a:bodyPr bIns="0" lIns="0" rIns="0" tIns="0" wrap="square">
            <a:spAutoFit/>
          </a:bodyPr>
          <a:p/>
        </p:txBody>
      </p:sp>
      <p:sp>
        <p:nvSpPr>
          <p:cNvPr id="1048693" name="Holder 4"/>
          <p:cNvSpPr>
            <a:spLocks noGrp="1"/>
          </p:cNvSpPr>
          <p:nvPr>
            <p:ph sz="half" idx="3"/>
          </p:nvPr>
        </p:nvSpPr>
        <p:spPr>
          <a:xfrm>
            <a:off x="6278880" y="1577340"/>
            <a:ext cx="5303520" cy="266700"/>
          </a:xfrm>
          <a:prstGeom prst="rect"/>
        </p:spPr>
        <p:txBody>
          <a:bodyPr bIns="0" lIns="0" rIns="0" tIns="0" wrap="square">
            <a:spAutoFit/>
          </a:bodyPr>
          <a:p/>
        </p:txBody>
      </p:sp>
      <p:sp>
        <p:nvSpPr>
          <p:cNvPr id="1048694" name="Holder 5"/>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5" name="Holder 6"/>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96" name="Holder 7"/>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9" name=""/>
        <p:cNvGrpSpPr/>
        <p:nvPr/>
      </p:nvGrpSpPr>
      <p:grpSpPr>
        <a:xfrm>
          <a:off x="0" y="0"/>
          <a:ext cx="0" cy="0"/>
          <a:chOff x="0" y="0"/>
          <a:chExt cx="0" cy="0"/>
        </a:xfrm>
      </p:grpSpPr>
      <p:sp>
        <p:nvSpPr>
          <p:cNvPr id="1048591" name="Holder 2"/>
          <p:cNvSpPr>
            <a:spLocks noGrp="1"/>
          </p:cNvSpPr>
          <p:nvPr>
            <p:ph type="title"/>
          </p:nvPr>
        </p:nvSpPr>
        <p:spPr>
          <a:xfrm>
            <a:off x="755332" y="385444"/>
            <a:ext cx="10681335" cy="723901"/>
          </a:xfrm>
        </p:spPr>
        <p:txBody>
          <a:bodyPr bIns="0" lIns="0" rIns="0" tIns="0"/>
          <a:lstStyle>
            <a:lvl1pPr>
              <a:defRPr b="1" sz="4800" i="0">
                <a:solidFill>
                  <a:schemeClr val="tx1"/>
                </a:solidFill>
                <a:latin typeface="Trebuchet MS"/>
                <a:cs typeface="Trebuchet MS"/>
              </a:defRPr>
            </a:lvl1pPr>
          </a:lstStyle>
          <a:p/>
        </p:txBody>
      </p:sp>
      <p:sp>
        <p:nvSpPr>
          <p:cNvPr id="1048592" name="Holder 3"/>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593" name="Holder 4"/>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594" name="Holder 5"/>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43" name=""/>
        <p:cNvGrpSpPr/>
        <p:nvPr/>
      </p:nvGrpSpPr>
      <p:grpSpPr>
        <a:xfrm>
          <a:off x="0" y="0"/>
          <a:ext cx="0" cy="0"/>
          <a:chOff x="0" y="0"/>
          <a:chExt cx="0" cy="0"/>
        </a:xfrm>
      </p:grpSpPr>
      <p:sp>
        <p:nvSpPr>
          <p:cNvPr id="1048697" name="Holder 2"/>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8" name="Holder 3"/>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99" name="Holder 4"/>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3" name=""/>
        <p:cNvGrpSpPr/>
        <p:nvPr/>
      </p:nvGrpSpPr>
      <p:grpSpPr>
        <a:xfrm>
          <a:off x="0" y="0"/>
          <a:ext cx="0" cy="0"/>
          <a:chOff x="0" y="0"/>
          <a:chExt cx="0" cy="0"/>
        </a:xfrm>
      </p:grpSpPr>
      <p:sp>
        <p:nvSpPr>
          <p:cNvPr id="1048576" name="bg object 16"/>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577" name="bg object 17"/>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578" name="bg object 18"/>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579" name="bg object 19"/>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580" name="bg object 20"/>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581" name="bg object 21"/>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582" name="bg object 22"/>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583" name="bg object 23"/>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584" name="bg object 24"/>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sp>
        <p:nvSpPr>
          <p:cNvPr id="1048585" name="bg object 25"/>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586" name="Holder 2"/>
          <p:cNvSpPr>
            <a:spLocks noGrp="1"/>
          </p:cNvSpPr>
          <p:nvPr>
            <p:ph type="title"/>
          </p:nvPr>
        </p:nvSpPr>
        <p:spPr>
          <a:xfrm>
            <a:off x="755332" y="385444"/>
            <a:ext cx="10681335" cy="758190"/>
          </a:xfrm>
          <a:prstGeom prst="rect"/>
        </p:spPr>
        <p:txBody>
          <a:bodyPr bIns="0" lIns="0" rIns="0" tIns="0" wrap="square">
            <a:spAutoFit/>
          </a:bodyPr>
          <a:lstStyle>
            <a:lvl1pPr>
              <a:defRPr b="1" sz="4800" i="0">
                <a:solidFill>
                  <a:schemeClr val="tx1"/>
                </a:solidFill>
                <a:latin typeface="Trebuchet MS"/>
                <a:cs typeface="Trebuchet MS"/>
              </a:defRPr>
            </a:lvl1pPr>
          </a:lstStyle>
          <a:p/>
        </p:txBody>
      </p:sp>
      <p:sp>
        <p:nvSpPr>
          <p:cNvPr id="1048587" name="Holder 3"/>
          <p:cNvSpPr>
            <a:spLocks noGrp="1"/>
          </p:cNvSpPr>
          <p:nvPr>
            <p:ph type="body" idx="1"/>
          </p:nvPr>
        </p:nvSpPr>
        <p:spPr>
          <a:xfrm>
            <a:off x="609600" y="1577340"/>
            <a:ext cx="10972800" cy="4526280"/>
          </a:xfrm>
          <a:prstGeom prst="rect"/>
        </p:spPr>
        <p:txBody>
          <a:bodyPr bIns="0" lIns="0" rIns="0" tIns="0" wrap="square">
            <a:spAutoFit/>
          </a:bodyPr>
          <a:p/>
        </p:txBody>
      </p:sp>
      <p:sp>
        <p:nvSpPr>
          <p:cNvPr id="1048588" name="Holder 4"/>
          <p:cNvSpPr>
            <a:spLocks noGrp="1"/>
          </p:cNvSpPr>
          <p:nvPr>
            <p:ph type="ftr" sz="quarter" idx="5"/>
          </p:nvPr>
        </p:nvSpPr>
        <p:spPr>
          <a:xfrm>
            <a:off x="4145280" y="6377940"/>
            <a:ext cx="3901440" cy="342900"/>
          </a:xfrm>
          <a:prstGeom prst="rect"/>
        </p:spPr>
        <p:txBody>
          <a:bodyPr bIns="0" lIns="0" rIns="0" tIns="0" wrap="square">
            <a:spAutoFit/>
          </a:bodyPr>
          <a:lstStyle>
            <a:lvl1pPr algn="ctr">
              <a:defRPr>
                <a:solidFill>
                  <a:schemeClr val="tx1">
                    <a:tint val="75000"/>
                  </a:schemeClr>
                </a:solidFill>
              </a:defRPr>
            </a:lvl1pPr>
          </a:lstStyle>
          <a:p/>
        </p:txBody>
      </p:sp>
      <p:sp>
        <p:nvSpPr>
          <p:cNvPr id="1048589" name="Holder 5"/>
          <p:cNvSpPr>
            <a:spLocks noGrp="1"/>
          </p:cNvSpPr>
          <p:nvPr>
            <p:ph type="dt" sz="half" idx="6"/>
          </p:nvPr>
        </p:nvSpPr>
        <p:spPr>
          <a:xfrm>
            <a:off x="609600" y="6377940"/>
            <a:ext cx="2804160" cy="342900"/>
          </a:xfrm>
          <a:prstGeom prst="rect"/>
        </p:spPr>
        <p:txBody>
          <a:bodyPr bIns="0" lIns="0" rIns="0" tIns="0" wrap="square">
            <a:spAutoFit/>
          </a:bodyPr>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590" name="Holder 6"/>
          <p:cNvSpPr>
            <a:spLocks noGrp="1"/>
          </p:cNvSpPr>
          <p:nvPr>
            <p:ph type="sldNum" sz="quarter" idx="7"/>
          </p:nvPr>
        </p:nvSpPr>
        <p:spPr>
          <a:xfrm>
            <a:off x="11353418" y="6473337"/>
            <a:ext cx="151129" cy="191770"/>
          </a:xfrm>
          <a:prstGeom prst="rect"/>
        </p:spPr>
        <p:txBody>
          <a:bodyPr bIns="0" lIns="0" rIns="0" tIns="0" wrap="square">
            <a:spAutoFit/>
          </a:bodyPr>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jpeg"/><Relationship Id="rId4"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1.jpeg"/><Relationship Id="rId3"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grpSp>
        <p:nvGrpSpPr>
          <p:cNvPr id="26" name="object 2"/>
          <p:cNvGrpSpPr/>
          <p:nvPr/>
        </p:nvGrpSpPr>
        <p:grpSpPr>
          <a:xfrm>
            <a:off x="876299" y="990600"/>
            <a:ext cx="1743075" cy="1333500"/>
            <a:chOff x="742950" y="1104900"/>
            <a:chExt cx="1743075" cy="1333500"/>
          </a:xfrm>
        </p:grpSpPr>
        <p:sp>
          <p:nvSpPr>
            <p:cNvPr id="1048619" name="object 3"/>
            <p:cNvSpPr/>
            <p:nvPr/>
          </p:nvSpPr>
          <p:spPr>
            <a:xfrm>
              <a:off x="742950" y="1381125"/>
              <a:ext cx="1228725" cy="1057275"/>
            </a:xfrm>
            <a:custGeom>
              <a:avLst/>
              <a:ah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bIns="0" lIns="0" rIns="0" rtlCol="0" tIns="0" wrap="square"/>
            <a:p/>
          </p:txBody>
        </p:sp>
        <p:sp>
          <p:nvSpPr>
            <p:cNvPr id="1048620" name="object 4"/>
            <p:cNvSpPr/>
            <p:nvPr/>
          </p:nvSpPr>
          <p:spPr>
            <a:xfrm>
              <a:off x="1838325" y="1104900"/>
              <a:ext cx="647700" cy="561975"/>
            </a:xfrm>
            <a:custGeom>
              <a:avLst/>
              <a:ah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bIns="0" lIns="0" rIns="0" rtlCol="0" tIns="0" wrap="square"/>
            <a:p/>
          </p:txBody>
        </p:sp>
      </p:grpSp>
      <p:sp>
        <p:nvSpPr>
          <p:cNvPr id="1048621" name="object 5"/>
          <p:cNvSpPr/>
          <p:nvPr/>
        </p:nvSpPr>
        <p:spPr>
          <a:xfrm>
            <a:off x="3752850" y="1190625"/>
            <a:ext cx="1666875" cy="1438275"/>
          </a:xfrm>
          <a:custGeom>
            <a:avLst/>
            <a:ah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bIns="0" lIns="0" rIns="0" rtlCol="0" tIns="0" wrap="square"/>
          <a:p/>
        </p:txBody>
      </p:sp>
      <p:sp>
        <p:nvSpPr>
          <p:cNvPr id="1048622" name="object 6"/>
          <p:cNvSpPr/>
          <p:nvPr/>
        </p:nvSpPr>
        <p:spPr>
          <a:xfrm>
            <a:off x="3800475" y="5229225"/>
            <a:ext cx="723900" cy="619125"/>
          </a:xfrm>
          <a:custGeom>
            <a:avLst/>
            <a:ah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bIns="0" lIns="0" rIns="0" rtlCol="0" tIns="0" wrap="square"/>
          <a:p/>
        </p:txBody>
      </p:sp>
      <p:sp>
        <p:nvSpPr>
          <p:cNvPr id="1048623" name="object 7"/>
          <p:cNvSpPr txBox="1">
            <a:spLocks noGrp="1"/>
          </p:cNvSpPr>
          <p:nvPr>
            <p:ph type="ctrTitle"/>
          </p:nvPr>
        </p:nvSpPr>
        <p:spPr>
          <a:xfrm>
            <a:off x="1523999" y="19665"/>
            <a:ext cx="7629525" cy="1001556"/>
          </a:xfrm>
          <a:prstGeom prst="rect"/>
        </p:spPr>
        <p:txBody>
          <a:bodyPr bIns="0" lIns="0" rIns="0" rtlCol="0" tIns="16510" vert="horz" wrap="square">
            <a:spAutoFit/>
          </a:bodyPr>
          <a:p>
            <a:pPr marL="3213735">
              <a:spcBef>
                <a:spcPts val="130"/>
              </a:spcBef>
            </a:pPr>
            <a:r>
              <a:rPr b="1" dirty="0" i="0" lang="en-US">
                <a:solidFill>
                  <a:srgbClr val="0F0F0F"/>
                </a:solidFill>
                <a:effectLst/>
                <a:latin typeface="Times New Roman" panose="02020603050405020304" pitchFamily="18" charset="0"/>
                <a:cs typeface="Times New Roman" panose="02020603050405020304" pitchFamily="18" charset="0"/>
              </a:rPr>
              <a:t>Digital Portfolio </a:t>
            </a:r>
            <a:br>
              <a:rPr b="1" dirty="0" i="0" lang="en-US">
                <a:solidFill>
                  <a:srgbClr val="0F0F0F"/>
                </a:solidFill>
                <a:effectLst/>
                <a:latin typeface="Roboto" panose="020F0502020204030204" pitchFamily="2" charset="0"/>
              </a:rPr>
            </a:br>
            <a:endParaRPr dirty="0" spc="15"/>
          </a:p>
        </p:txBody>
      </p:sp>
      <p:pic>
        <p:nvPicPr>
          <p:cNvPr id="2097156" name="object 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sp>
        <p:nvSpPr>
          <p:cNvPr id="1048624" name="object 11"/>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1</a:t>
            </a:fld>
            <a:endParaRPr dirty="0" spc="10"/>
          </a:p>
        </p:txBody>
      </p:sp>
      <p:sp>
        <p:nvSpPr>
          <p:cNvPr id="1048625" name="TextBox 13"/>
          <p:cNvSpPr txBox="1"/>
          <p:nvPr/>
        </p:nvSpPr>
        <p:spPr>
          <a:xfrm>
            <a:off x="2554542" y="3314150"/>
            <a:ext cx="8610600" cy="2136139"/>
          </a:xfrm>
          <a:prstGeom prst="rect"/>
          <a:noFill/>
        </p:spPr>
        <p:txBody>
          <a:bodyPr anchor="t" bIns="45720" lIns="91440" rIns="91440" rtlCol="0" tIns="45720" wrap="square">
            <a:spAutoFit/>
          </a:bodyPr>
          <a:p>
            <a:r>
              <a:rPr dirty="0" sz="2400" lang="en-US"/>
              <a:t>STUDENT NAME: </a:t>
            </a:r>
            <a:r>
              <a:rPr dirty="0" sz="2400" lang="en-US"/>
              <a:t>N</a:t>
            </a:r>
            <a:r>
              <a:rPr dirty="0" sz="2400" lang="en-US"/>
              <a:t>A</a:t>
            </a:r>
            <a:r>
              <a:rPr dirty="0" sz="2400" lang="en-US"/>
              <a:t>Z</a:t>
            </a:r>
            <a:r>
              <a:rPr dirty="0" sz="2400" lang="en-US"/>
              <a:t>I</a:t>
            </a:r>
            <a:r>
              <a:rPr dirty="0" sz="2400" lang="en-US"/>
              <a:t>Y</a:t>
            </a:r>
            <a:r>
              <a:rPr dirty="0" sz="2400" lang="en-US"/>
              <a:t>A</a:t>
            </a:r>
            <a:r>
              <a:rPr dirty="0" sz="2400" lang="en-US"/>
              <a:t> </a:t>
            </a:r>
            <a:r>
              <a:rPr dirty="0" sz="2400" lang="en-US"/>
              <a:t>S</a:t>
            </a:r>
            <a:r>
              <a:rPr dirty="0" sz="2400" lang="en-US"/>
              <a:t>A</a:t>
            </a:r>
            <a:r>
              <a:rPr dirty="0" sz="2400" lang="en-US"/>
              <a:t>M</a:t>
            </a:r>
            <a:r>
              <a:rPr dirty="0" sz="2400" lang="en-US"/>
              <a:t>R</a:t>
            </a:r>
            <a:r>
              <a:rPr dirty="0" sz="2400" lang="en-US"/>
              <a:t>E</a:t>
            </a:r>
            <a:r>
              <a:rPr dirty="0" sz="2400" lang="en-US"/>
              <a:t>E</a:t>
            </a:r>
            <a:r>
              <a:rPr dirty="0" sz="2400" lang="en-US"/>
              <a:t>N</a:t>
            </a:r>
            <a:r>
              <a:rPr dirty="0" sz="2400" lang="en-US"/>
              <a:t>.</a:t>
            </a:r>
            <a:r>
              <a:rPr dirty="0" sz="2400" lang="en-US"/>
              <a:t>H</a:t>
            </a:r>
            <a:endParaRPr altLang="en-US" lang="zh-CN"/>
          </a:p>
          <a:p>
            <a:r>
              <a:rPr dirty="0" sz="2400" lang="en-US"/>
              <a:t>REGISTER NO AND NMID: </a:t>
            </a:r>
            <a:r>
              <a:rPr dirty="0" sz="2400" lang="en-US"/>
              <a:t>3</a:t>
            </a:r>
            <a:r>
              <a:rPr dirty="0" sz="2400" lang="en-US"/>
              <a:t>1</a:t>
            </a:r>
            <a:r>
              <a:rPr dirty="0" sz="2400" lang="en-US"/>
              <a:t>2</a:t>
            </a:r>
            <a:r>
              <a:rPr dirty="0" sz="2400" lang="en-US"/>
              <a:t>2</a:t>
            </a:r>
            <a:r>
              <a:rPr dirty="0" sz="2400" lang="en-US"/>
              <a:t>4</a:t>
            </a:r>
            <a:r>
              <a:rPr dirty="0" sz="2400" lang="en-US"/>
              <a:t>U</a:t>
            </a:r>
            <a:r>
              <a:rPr dirty="0" sz="2400" lang="en-US"/>
              <a:t>0</a:t>
            </a:r>
            <a:r>
              <a:rPr dirty="0" sz="2400" lang="en-US"/>
              <a:t>9</a:t>
            </a:r>
            <a:r>
              <a:rPr dirty="0" sz="2400" lang="en-US"/>
              <a:t>0</a:t>
            </a:r>
            <a:r>
              <a:rPr dirty="0" sz="2400" lang="en-US"/>
              <a:t>6</a:t>
            </a:r>
            <a:r>
              <a:rPr dirty="0" sz="2400" lang="en-US"/>
              <a:t>5</a:t>
            </a:r>
            <a:endParaRPr dirty="0" sz="2400" lang="en-US">
              <a:cs typeface="Calibri"/>
            </a:endParaRPr>
          </a:p>
          <a:p>
            <a:r>
              <a:rPr dirty="0" sz="2400" lang="en-US"/>
              <a:t>DEPARTMENT: </a:t>
            </a:r>
            <a:r>
              <a:rPr dirty="0" sz="2400" lang="en-US"/>
              <a:t>B</a:t>
            </a:r>
            <a:r>
              <a:rPr dirty="0" sz="2400" lang="en-US"/>
              <a:t>C</a:t>
            </a:r>
            <a:r>
              <a:rPr dirty="0" sz="2400" lang="en-US"/>
              <a:t>A</a:t>
            </a:r>
            <a:endParaRPr altLang="en-US" lang="zh-CN"/>
          </a:p>
          <a:p>
            <a:r>
              <a:rPr dirty="0" sz="2400" lang="en-US"/>
              <a:t>COLLEGE: COLLEGE/ UNIVERSITY</a:t>
            </a:r>
            <a:r>
              <a:rPr dirty="0" sz="2400" lang="en-US"/>
              <a:t>:</a:t>
            </a:r>
            <a:endParaRPr altLang="en-US" lang="zh-CN"/>
          </a:p>
          <a:p>
            <a:r>
              <a:rPr altLang="en-IN" lang="en-US"/>
              <a:t>I</a:t>
            </a:r>
            <a:r>
              <a:rPr altLang="en-IN" lang="en-US"/>
              <a:t>S</a:t>
            </a:r>
            <a:r>
              <a:rPr altLang="en-IN" lang="en-US"/>
              <a:t>L</a:t>
            </a:r>
            <a:r>
              <a:rPr altLang="en-IN" lang="en-US"/>
              <a:t>A</a:t>
            </a:r>
            <a:r>
              <a:rPr altLang="en-IN" lang="en-US"/>
              <a:t>M</a:t>
            </a:r>
            <a:r>
              <a:rPr altLang="en-IN" lang="en-US"/>
              <a:t>I</a:t>
            </a:r>
            <a:r>
              <a:rPr altLang="en-IN" lang="en-US"/>
              <a:t>A</a:t>
            </a:r>
            <a:r>
              <a:rPr altLang="en-IN" lang="en-US"/>
              <a:t>H</a:t>
            </a:r>
            <a:r>
              <a:rPr altLang="en-IN" lang="en-US"/>
              <a:t> </a:t>
            </a:r>
            <a:r>
              <a:rPr altLang="en-IN" lang="en-US"/>
              <a:t>W</a:t>
            </a:r>
            <a:r>
              <a:rPr altLang="en-IN" lang="en-US"/>
              <a:t>O</a:t>
            </a:r>
            <a:r>
              <a:rPr altLang="en-IN" lang="en-US"/>
              <a:t>M</a:t>
            </a:r>
            <a:r>
              <a:rPr altLang="en-IN" lang="en-US"/>
              <a:t>E</a:t>
            </a:r>
            <a:r>
              <a:rPr altLang="en-IN" lang="en-US"/>
              <a:t>N</a:t>
            </a:r>
            <a:r>
              <a:rPr altLang="en-IN" lang="en-US"/>
              <a:t>'</a:t>
            </a:r>
            <a:r>
              <a:rPr altLang="en-IN" lang="en-US"/>
              <a:t>S</a:t>
            </a:r>
            <a:r>
              <a:rPr altLang="en-IN" lang="en-US"/>
              <a:t> </a:t>
            </a:r>
            <a:r>
              <a:rPr altLang="en-IN" lang="en-US"/>
              <a:t>A</a:t>
            </a:r>
            <a:r>
              <a:rPr altLang="en-IN" lang="en-US"/>
              <a:t>R</a:t>
            </a:r>
            <a:r>
              <a:rPr altLang="en-IN" lang="en-US"/>
              <a:t>T</a:t>
            </a:r>
            <a:r>
              <a:rPr altLang="en-IN" lang="en-US"/>
              <a:t>S</a:t>
            </a:r>
            <a:r>
              <a:rPr altLang="en-IN" lang="en-US"/>
              <a:t> </a:t>
            </a:r>
            <a:r>
              <a:rPr altLang="en-IN" lang="en-US"/>
              <a:t>A</a:t>
            </a:r>
            <a:r>
              <a:rPr altLang="en-IN" lang="en-US"/>
              <a:t>N</a:t>
            </a:r>
            <a:r>
              <a:rPr altLang="en-IN" lang="en-US"/>
              <a:t>D</a:t>
            </a:r>
            <a:r>
              <a:rPr altLang="en-IN" lang="en-US"/>
              <a:t> </a:t>
            </a:r>
            <a:r>
              <a:rPr altLang="en-IN" lang="en-US"/>
              <a:t>S</a:t>
            </a:r>
            <a:r>
              <a:rPr altLang="en-IN" lang="en-US"/>
              <a:t>C</a:t>
            </a:r>
            <a:r>
              <a:rPr altLang="en-IN" lang="en-US"/>
              <a:t>I</a:t>
            </a:r>
            <a:r>
              <a:rPr altLang="en-IN" lang="en-US"/>
              <a:t>E</a:t>
            </a:r>
            <a:r>
              <a:rPr altLang="en-IN" lang="en-US"/>
              <a:t>N</a:t>
            </a:r>
            <a:r>
              <a:rPr altLang="en-IN" lang="en-US"/>
              <a:t>C</a:t>
            </a:r>
            <a:r>
              <a:rPr altLang="en-IN" lang="en-US"/>
              <a:t>E</a:t>
            </a:r>
            <a:r>
              <a:rPr altLang="en-IN" lang="en-US"/>
              <a:t> </a:t>
            </a:r>
            <a:r>
              <a:rPr altLang="en-IN" lang="en-US"/>
              <a:t>C</a:t>
            </a:r>
            <a:r>
              <a:rPr altLang="en-IN" lang="en-US"/>
              <a:t>O</a:t>
            </a:r>
            <a:r>
              <a:rPr altLang="en-IN" lang="en-US"/>
              <a:t>L</a:t>
            </a:r>
            <a:r>
              <a:rPr altLang="en-IN" lang="en-US"/>
              <a:t>L</a:t>
            </a:r>
            <a:r>
              <a:rPr altLang="en-IN" lang="en-US"/>
              <a:t>E</a:t>
            </a:r>
            <a:r>
              <a:rPr altLang="en-IN" lang="en-US"/>
              <a:t>G</a:t>
            </a:r>
            <a:r>
              <a:rPr altLang="en-IN" lang="en-US"/>
              <a:t>E</a:t>
            </a:r>
            <a:endParaRPr altLang="en-US" lang="zh-CN"/>
          </a:p>
          <a:p>
            <a:r>
              <a:rPr dirty="0" sz="2400" lang="en-US"/>
              <a:t>           </a:t>
            </a:r>
            <a:endParaRPr dirty="0" sz="240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29" name=""/>
        <p:cNvGrpSpPr/>
        <p:nvPr/>
      </p:nvGrpSpPr>
      <p:grpSpPr>
        <a:xfrm>
          <a:off x="0" y="0"/>
          <a:ext cx="0" cy="0"/>
          <a:chOff x="0" y="0"/>
          <a:chExt cx="0" cy="0"/>
        </a:xfrm>
      </p:grpSpPr>
      <p:sp>
        <p:nvSpPr>
          <p:cNvPr id="1048629" name="object 2"/>
          <p:cNvSpPr/>
          <p:nvPr/>
        </p:nvSpPr>
        <p:spPr>
          <a:xfrm>
            <a:off x="0" y="0"/>
            <a:ext cx="12192000"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p>
            <a:r>
              <a:rPr dirty="0" lang="en-US">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C</a:t>
            </a:r>
            <a:r>
              <a:rPr dirty="0" lang="en-US">
                <a:latin typeface="Times New Roman" panose="02020603050405020304" pitchFamily="18" charset="0"/>
                <a:cs typeface="Times New Roman" panose="02020603050405020304" pitchFamily="18" charset="0"/>
              </a:rPr>
              <a:t>r</a:t>
            </a:r>
            <a:r>
              <a:rPr dirty="0" lang="en-US">
                <a:latin typeface="Times New Roman" panose="02020603050405020304" pitchFamily="18" charset="0"/>
                <a:cs typeface="Times New Roman" panose="02020603050405020304" pitchFamily="18" charset="0"/>
              </a:rPr>
              <a:t>e</a:t>
            </a:r>
            <a:r>
              <a:rPr dirty="0" lang="en-US">
                <a:latin typeface="Times New Roman" panose="02020603050405020304" pitchFamily="18" charset="0"/>
                <a:cs typeface="Times New Roman" panose="02020603050405020304" pitchFamily="18" charset="0"/>
              </a:rPr>
              <a:t>a</a:t>
            </a:r>
            <a:r>
              <a:rPr dirty="0" lang="en-US">
                <a:latin typeface="Times New Roman" panose="02020603050405020304" pitchFamily="18" charset="0"/>
                <a:cs typeface="Times New Roman" panose="02020603050405020304" pitchFamily="18" charset="0"/>
              </a:rPr>
              <a:t>t</a:t>
            </a:r>
            <a:r>
              <a:rPr dirty="0" lang="en-US">
                <a:latin typeface="Times New Roman" panose="02020603050405020304" pitchFamily="18" charset="0"/>
                <a:cs typeface="Times New Roman" panose="02020603050405020304" pitchFamily="18" charset="0"/>
              </a:rPr>
              <a:t>i</a:t>
            </a:r>
            <a:r>
              <a:rPr dirty="0" lang="en-US">
                <a:latin typeface="Times New Roman" panose="02020603050405020304" pitchFamily="18" charset="0"/>
                <a:cs typeface="Times New Roman" panose="02020603050405020304" pitchFamily="18" charset="0"/>
              </a:rPr>
              <a:t>v</a:t>
            </a:r>
            <a:r>
              <a:rPr dirty="0" lang="en-US">
                <a:latin typeface="Times New Roman" panose="02020603050405020304" pitchFamily="18" charset="0"/>
                <a:cs typeface="Times New Roman" panose="02020603050405020304" pitchFamily="18" charset="0"/>
              </a:rPr>
              <a:t>e</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p</a:t>
            </a:r>
            <a:r>
              <a:rPr dirty="0" lang="en-US">
                <a:latin typeface="Times New Roman" panose="02020603050405020304" pitchFamily="18" charset="0"/>
                <a:cs typeface="Times New Roman" panose="02020603050405020304" pitchFamily="18" charset="0"/>
              </a:rPr>
              <a:t>o</a:t>
            </a:r>
            <a:r>
              <a:rPr dirty="0" lang="en-US">
                <a:latin typeface="Times New Roman" panose="02020603050405020304" pitchFamily="18" charset="0"/>
                <a:cs typeface="Times New Roman" panose="02020603050405020304" pitchFamily="18" charset="0"/>
              </a:rPr>
              <a:t>r</a:t>
            </a:r>
            <a:r>
              <a:rPr dirty="0" lang="en-US">
                <a:latin typeface="Times New Roman" panose="02020603050405020304" pitchFamily="18" charset="0"/>
                <a:cs typeface="Times New Roman" panose="02020603050405020304" pitchFamily="18" charset="0"/>
              </a:rPr>
              <a:t>t</a:t>
            </a:r>
            <a:r>
              <a:rPr dirty="0" lang="en-US">
                <a:latin typeface="Times New Roman" panose="02020603050405020304" pitchFamily="18" charset="0"/>
                <a:cs typeface="Times New Roman" panose="02020603050405020304" pitchFamily="18" charset="0"/>
              </a:rPr>
              <a:t>f</a:t>
            </a:r>
            <a:r>
              <a:rPr dirty="0" lang="en-US">
                <a:latin typeface="Times New Roman" panose="02020603050405020304" pitchFamily="18" charset="0"/>
                <a:cs typeface="Times New Roman" panose="02020603050405020304" pitchFamily="18" charset="0"/>
              </a:rPr>
              <a:t>o</a:t>
            </a:r>
            <a:r>
              <a:rPr dirty="0" lang="en-US">
                <a:latin typeface="Times New Roman" panose="02020603050405020304" pitchFamily="18" charset="0"/>
                <a:cs typeface="Times New Roman" panose="02020603050405020304" pitchFamily="18" charset="0"/>
              </a:rPr>
              <a:t>l</a:t>
            </a:r>
            <a:r>
              <a:rPr dirty="0" lang="en-US">
                <a:latin typeface="Times New Roman" panose="02020603050405020304" pitchFamily="18" charset="0"/>
                <a:cs typeface="Times New Roman" panose="02020603050405020304" pitchFamily="18" charset="0"/>
              </a:rPr>
              <a:t>i</a:t>
            </a:r>
            <a:r>
              <a:rPr dirty="0" lang="en-US">
                <a:latin typeface="Times New Roman" panose="02020603050405020304" pitchFamily="18" charset="0"/>
                <a:cs typeface="Times New Roman" panose="02020603050405020304" pitchFamily="18" charset="0"/>
              </a:rPr>
              <a:t>o</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p:txBody>
      </p:sp>
      <p:grpSp>
        <p:nvGrpSpPr>
          <p:cNvPr id="30" name="object 3"/>
          <p:cNvGrpSpPr/>
          <p:nvPr/>
        </p:nvGrpSpPr>
        <p:grpSpPr>
          <a:xfrm>
            <a:off x="-40006" y="0"/>
            <a:ext cx="12236830" cy="17669428"/>
            <a:chOff x="7443849" y="0"/>
            <a:chExt cx="4752975" cy="6863080"/>
          </a:xfrm>
        </p:grpSpPr>
        <p:sp>
          <p:nvSpPr>
            <p:cNvPr id="1048630"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a:endParaRPr sz="6000"/>
            </a:p>
          </p:txBody>
        </p:sp>
        <p:sp>
          <p:nvSpPr>
            <p:cNvPr id="1048631"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a:endParaRPr sz="6000"/>
            </a:p>
          </p:txBody>
        </p:sp>
        <p:sp>
          <p:nvSpPr>
            <p:cNvPr id="1048632"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a:endParaRPr sz="6000"/>
            </a:p>
          </p:txBody>
        </p:sp>
        <p:sp>
          <p:nvSpPr>
            <p:cNvPr id="1048633"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a:endParaRPr sz="6000"/>
            </a:p>
          </p:txBody>
        </p:sp>
        <p:sp>
          <p:nvSpPr>
            <p:cNvPr id="1048634"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a:endParaRPr sz="6000"/>
            </a:p>
          </p:txBody>
        </p:sp>
        <p:sp>
          <p:nvSpPr>
            <p:cNvPr id="1048635"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a:endParaRPr sz="6000"/>
            </a:p>
          </p:txBody>
        </p:sp>
        <p:sp>
          <p:nvSpPr>
            <p:cNvPr id="1048636"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a:endParaRPr sz="6000"/>
            </a:p>
          </p:txBody>
        </p:sp>
        <p:sp>
          <p:nvSpPr>
            <p:cNvPr id="1048637"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a:endParaRPr sz="6000"/>
            </a:p>
          </p:txBody>
        </p:sp>
        <p:sp>
          <p:nvSpPr>
            <p:cNvPr id="1048638"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a:endParaRPr sz="6000"/>
            </a:p>
          </p:txBody>
        </p:sp>
      </p:grpSp>
      <p:sp>
        <p:nvSpPr>
          <p:cNvPr id="1048639"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40" name="object 14"/>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41" name="object 15"/>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42" name="object 16"/>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43" name="object 17"/>
          <p:cNvSpPr txBox="1">
            <a:spLocks noGrp="1"/>
          </p:cNvSpPr>
          <p:nvPr>
            <p:ph type="title"/>
          </p:nvPr>
        </p:nvSpPr>
        <p:spPr>
          <a:xfrm>
            <a:off x="739775" y="829627"/>
            <a:ext cx="3909695" cy="638810"/>
          </a:xfrm>
          <a:prstGeom prst="rect"/>
        </p:spPr>
        <p:txBody>
          <a:bodyPr bIns="0" lIns="0" rIns="0" rtlCol="0" tIns="16510" vert="horz" wrap="square">
            <a:spAutoFit/>
          </a:bodyPr>
          <a:p>
            <a:pPr marL="12700">
              <a:lnSpc>
                <a:spcPct val="100000"/>
              </a:lnSpc>
              <a:spcBef>
                <a:spcPts val="130"/>
              </a:spcBef>
            </a:pPr>
            <a:r>
              <a:rPr dirty="0" sz="4250" spc="5"/>
              <a:t>PROJECT</a:t>
            </a:r>
            <a:r>
              <a:rPr dirty="0" sz="4250" spc="-85"/>
              <a:t> </a:t>
            </a:r>
            <a:r>
              <a:rPr dirty="0" sz="4250" spc="25"/>
              <a:t>TITLE</a:t>
            </a:r>
            <a:endParaRPr sz="4250"/>
          </a:p>
        </p:txBody>
      </p:sp>
      <p:grpSp>
        <p:nvGrpSpPr>
          <p:cNvPr id="31" name="object 18"/>
          <p:cNvGrpSpPr/>
          <p:nvPr/>
        </p:nvGrpSpPr>
        <p:grpSpPr>
          <a:xfrm>
            <a:off x="466725" y="6410325"/>
            <a:ext cx="3705225" cy="295275"/>
            <a:chOff x="466725" y="6410325"/>
            <a:chExt cx="3705225" cy="295275"/>
          </a:xfrm>
        </p:grpSpPr>
        <p:pic>
          <p:nvPicPr>
            <p:cNvPr id="2097157" name="object 1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pic>
          <p:nvPicPr>
            <p:cNvPr id="2097158" name="object 20"/>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grpSp>
      <p:sp>
        <p:nvSpPr>
          <p:cNvPr id="1048644"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2</a:t>
            </a:fld>
            <a:endParaRPr dirty="0" spc="1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32" name=""/>
        <p:cNvGrpSpPr/>
        <p:nvPr/>
      </p:nvGrpSpPr>
      <p:grpSpPr>
        <a:xfrm>
          <a:off x="0" y="0"/>
          <a:ext cx="0" cy="0"/>
          <a:chOff x="0" y="0"/>
          <a:chExt cx="0" cy="0"/>
        </a:xfrm>
      </p:grpSpPr>
      <p:sp>
        <p:nvSpPr>
          <p:cNvPr id="1048645" name="object 2"/>
          <p:cNvSpPr/>
          <p:nvPr/>
        </p:nvSpPr>
        <p:spPr>
          <a:xfrm>
            <a:off x="-76200" y="28579"/>
            <a:ext cx="12481713"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endParaRPr dirty="0"/>
          </a:p>
        </p:txBody>
      </p:sp>
      <p:grpSp>
        <p:nvGrpSpPr>
          <p:cNvPr id="33" name="object 3"/>
          <p:cNvGrpSpPr/>
          <p:nvPr/>
        </p:nvGrpSpPr>
        <p:grpSpPr>
          <a:xfrm>
            <a:off x="7443849" y="0"/>
            <a:ext cx="4752975" cy="6863080"/>
            <a:chOff x="7443849" y="0"/>
            <a:chExt cx="4752975" cy="6863080"/>
          </a:xfrm>
        </p:grpSpPr>
        <p:sp>
          <p:nvSpPr>
            <p:cNvPr id="1048646"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47"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48"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49"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50"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51"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52"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53"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54"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55"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56" name="object 14"/>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57" name="object 15"/>
          <p:cNvSpPr/>
          <p:nvPr/>
        </p:nvSpPr>
        <p:spPr>
          <a:xfrm>
            <a:off x="7362825" y="447675"/>
            <a:ext cx="361950" cy="361950"/>
          </a:xfrm>
          <a:custGeom>
            <a:avLst/>
            <a:ah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bIns="0" lIns="0" rIns="0" rtlCol="0" tIns="0" wrap="square"/>
          <a:p/>
        </p:txBody>
      </p:sp>
      <p:sp>
        <p:nvSpPr>
          <p:cNvPr id="1048658" name="object 16"/>
          <p:cNvSpPr/>
          <p:nvPr/>
        </p:nvSpPr>
        <p:spPr>
          <a:xfrm>
            <a:off x="11010900" y="5610225"/>
            <a:ext cx="647700" cy="647700"/>
          </a:xfrm>
          <a:custGeom>
            <a:avLst/>
            <a:ah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bIns="0" lIns="0" rIns="0" rtlCol="0" tIns="0" wrap="square"/>
          <a:p/>
        </p:txBody>
      </p:sp>
      <p:pic>
        <p:nvPicPr>
          <p:cNvPr id="2097159" name="object 17"/>
          <p:cNvPicPr>
            <a:picLocks/>
          </p:cNvPicPr>
          <p:nvPr/>
        </p:nvPicPr>
        <p:blipFill>
          <a:blip xmlns:r="http://schemas.openxmlformats.org/officeDocument/2006/relationships" r:embed="rId1" cstate="print"/>
          <a:stretch>
            <a:fillRect/>
          </a:stretch>
        </p:blipFill>
        <p:spPr>
          <a:xfrm>
            <a:off x="10687050" y="6134100"/>
            <a:ext cx="247650" cy="247650"/>
          </a:xfrm>
          <a:prstGeom prst="rect"/>
        </p:spPr>
      </p:pic>
      <p:grpSp>
        <p:nvGrpSpPr>
          <p:cNvPr id="34" name="object 18"/>
          <p:cNvGrpSpPr/>
          <p:nvPr/>
        </p:nvGrpSpPr>
        <p:grpSpPr>
          <a:xfrm>
            <a:off x="47625" y="3819523"/>
            <a:ext cx="4124325" cy="3009900"/>
            <a:chOff x="47625" y="3819523"/>
            <a:chExt cx="4124325" cy="3009900"/>
          </a:xfrm>
        </p:grpSpPr>
        <p:pic>
          <p:nvPicPr>
            <p:cNvPr id="2097160" name="object 19"/>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pic>
          <p:nvPicPr>
            <p:cNvPr id="2097161" name="object 20"/>
            <p:cNvPicPr>
              <a:picLocks/>
            </p:cNvPicPr>
            <p:nvPr/>
          </p:nvPicPr>
          <p:blipFill>
            <a:blip xmlns:r="http://schemas.openxmlformats.org/officeDocument/2006/relationships" r:embed="rId3" cstate="print"/>
            <a:stretch>
              <a:fillRect/>
            </a:stretch>
          </p:blipFill>
          <p:spPr>
            <a:xfrm>
              <a:off x="47625" y="3819523"/>
              <a:ext cx="1733550" cy="3009898"/>
            </a:xfrm>
            <a:prstGeom prst="rect"/>
          </p:spPr>
        </p:pic>
      </p:grpSp>
      <p:sp>
        <p:nvSpPr>
          <p:cNvPr id="1048659" name="object 21"/>
          <p:cNvSpPr txBox="1">
            <a:spLocks noGrp="1"/>
          </p:cNvSpPr>
          <p:nvPr>
            <p:ph type="title"/>
          </p:nvPr>
        </p:nvSpPr>
        <p:spPr>
          <a:xfrm>
            <a:off x="739775" y="445388"/>
            <a:ext cx="2357120" cy="1461135"/>
          </a:xfrm>
          <a:prstGeom prst="rect"/>
        </p:spPr>
        <p:txBody>
          <a:bodyPr bIns="0" lIns="0" rIns="0" rtlCol="0" tIns="13335" vert="horz" wrap="square">
            <a:spAutoFit/>
          </a:bodyPr>
          <a:p>
            <a:pPr marL="12700">
              <a:lnSpc>
                <a:spcPct val="100000"/>
              </a:lnSpc>
              <a:spcBef>
                <a:spcPts val="105"/>
              </a:spcBef>
            </a:pPr>
            <a:r>
              <a:rPr dirty="0" spc="25"/>
              <a:t>A</a:t>
            </a:r>
            <a:r>
              <a:rPr dirty="0" spc="-5"/>
              <a:t>G</a:t>
            </a:r>
            <a:r>
              <a:rPr dirty="0" spc="-35"/>
              <a:t>E</a:t>
            </a:r>
            <a:r>
              <a:rPr dirty="0" spc="15"/>
              <a:t>N</a:t>
            </a:r>
            <a:r>
              <a:rPr dirty="0"/>
              <a:t>DA</a:t>
            </a:r>
          </a:p>
        </p:txBody>
      </p:sp>
      <p:sp>
        <p:nvSpPr>
          <p:cNvPr id="1048660"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3</a:t>
            </a:fld>
            <a:endParaRPr dirty="0" spc="10"/>
          </a:p>
        </p:txBody>
      </p:sp>
      <p:sp>
        <p:nvSpPr>
          <p:cNvPr id="1048661" name="TextBox 22"/>
          <p:cNvSpPr txBox="1"/>
          <p:nvPr/>
        </p:nvSpPr>
        <p:spPr>
          <a:xfrm>
            <a:off x="2509807" y="1041533"/>
            <a:ext cx="5029200" cy="4701541"/>
          </a:xfrm>
          <a:prstGeom prst="rect"/>
          <a:noFill/>
        </p:spPr>
        <p:txBody>
          <a:bodyPr rtlCol="0" wrap="square">
            <a:spAutoFit/>
          </a:bodyPr>
          <a:p>
            <a:pPr algn="l"/>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dirty="0" sz="2800" lang="en-US">
                <a:solidFill>
                  <a:srgbClr val="0D0D0D"/>
                </a:solidFill>
                <a:latin typeface="Times New Roman" panose="02020603050405020304" pitchFamily="18" charset="0"/>
                <a:cs typeface="Times New Roman" panose="02020603050405020304" pitchFamily="18" charset="0"/>
              </a:rPr>
              <a:t>Tools and Technologies</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Portfolio design and Layout</a:t>
            </a:r>
          </a:p>
          <a:p>
            <a:pPr algn="l">
              <a:buFont typeface="+mj-lt"/>
              <a:buAutoNum type="arabicPeriod"/>
            </a:pPr>
            <a:r>
              <a:rPr dirty="0" sz="2800" lang="en-US">
                <a:solidFill>
                  <a:srgbClr val="0D0D0D"/>
                </a:solidFill>
                <a:latin typeface="Times New Roman" panose="02020603050405020304" pitchFamily="18" charset="0"/>
                <a:cs typeface="Times New Roman" panose="02020603050405020304" pitchFamily="18" charset="0"/>
              </a:rPr>
              <a:t>Features and Functionality</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Results and </a:t>
            </a:r>
            <a:r>
              <a:rPr dirty="0" sz="2800" lang="en-US">
                <a:solidFill>
                  <a:srgbClr val="0D0D0D"/>
                </a:solidFill>
                <a:latin typeface="Times New Roman" panose="02020603050405020304" pitchFamily="18" charset="0"/>
                <a:cs typeface="Times New Roman" panose="02020603050405020304" pitchFamily="18" charset="0"/>
              </a:rPr>
              <a:t>Screenshots</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dirty="0" sz="2800" lang="en-US" err="1">
                <a:solidFill>
                  <a:srgbClr val="0D0D0D"/>
                </a:solidFill>
                <a:latin typeface="Times New Roman" panose="02020603050405020304" pitchFamily="18" charset="0"/>
                <a:cs typeface="Times New Roman" panose="02020603050405020304" pitchFamily="18" charset="0"/>
              </a:rPr>
              <a:t>Github</a:t>
            </a:r>
            <a:r>
              <a:rPr dirty="0" sz="2800" lang="en-US">
                <a:solidFill>
                  <a:srgbClr val="0D0D0D"/>
                </a:solidFill>
                <a:latin typeface="Times New Roman" panose="02020603050405020304" pitchFamily="18" charset="0"/>
                <a:cs typeface="Times New Roman" panose="02020603050405020304" pitchFamily="18" charset="0"/>
              </a:rPr>
              <a:t> Link</a:t>
            </a:r>
            <a:endParaRPr b="0" dirty="0" sz="2800" i="0" lang="en-US">
              <a:solidFill>
                <a:srgbClr val="0D0D0D"/>
              </a:solidFill>
              <a:effectLst/>
              <a:latin typeface="Times New Roman" panose="02020603050405020304" pitchFamily="18" charset="0"/>
              <a:cs typeface="Times New Roman" panose="02020603050405020304" pitchFamily="18" charset="0"/>
            </a:endParaRPr>
          </a:p>
          <a:p>
            <a:endParaRPr dirty="0" sz="280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grpSp>
        <p:nvGrpSpPr>
          <p:cNvPr id="36" name="object 2"/>
          <p:cNvGrpSpPr/>
          <p:nvPr/>
        </p:nvGrpSpPr>
        <p:grpSpPr>
          <a:xfrm>
            <a:off x="7991475" y="2933700"/>
            <a:ext cx="2762250" cy="3257550"/>
            <a:chOff x="7991475" y="2933700"/>
            <a:chExt cx="2762250" cy="3257550"/>
          </a:xfrm>
        </p:grpSpPr>
        <p:sp>
          <p:nvSpPr>
            <p:cNvPr id="1048662"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63"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2" name="object 5"/>
            <p:cNvPicPr>
              <a:picLocks/>
            </p:cNvPicPr>
            <p:nvPr/>
          </p:nvPicPr>
          <p:blipFill>
            <a:blip xmlns:r="http://schemas.openxmlformats.org/officeDocument/2006/relationships" r:embed="rId1" cstate="print"/>
            <a:stretch>
              <a:fillRect/>
            </a:stretch>
          </p:blipFill>
          <p:spPr>
            <a:xfrm>
              <a:off x="7991475" y="2933700"/>
              <a:ext cx="2762250" cy="3257550"/>
            </a:xfrm>
            <a:prstGeom prst="rect"/>
          </p:spPr>
        </p:pic>
      </p:grpSp>
      <p:sp>
        <p:nvSpPr>
          <p:cNvPr id="1048664"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65" name="object 7"/>
          <p:cNvSpPr txBox="1">
            <a:spLocks noGrp="1"/>
          </p:cNvSpPr>
          <p:nvPr>
            <p:ph type="title"/>
          </p:nvPr>
        </p:nvSpPr>
        <p:spPr>
          <a:xfrm>
            <a:off x="834072" y="575055"/>
            <a:ext cx="5636895" cy="1261110"/>
          </a:xfrm>
          <a:prstGeom prst="rect"/>
        </p:spPr>
        <p:txBody>
          <a:bodyPr bIns="0" lIns="0" rIns="0" rtlCol="0" tIns="16510" vert="horz" wrap="square">
            <a:spAutoFit/>
          </a:bodyPr>
          <a:p>
            <a:pPr marL="12700">
              <a:lnSpc>
                <a:spcPct val="100000"/>
              </a:lnSpc>
              <a:spcBef>
                <a:spcPts val="130"/>
              </a:spcBef>
              <a:tabLst>
                <a:tab algn="l" pos="2727960"/>
              </a:tabLst>
            </a:pPr>
            <a:r>
              <a:rPr dirty="0" sz="4250" spc="-20"/>
              <a:t>P</a:t>
            </a:r>
            <a:r>
              <a:rPr dirty="0" sz="4250" spc="15"/>
              <a:t>ROB</a:t>
            </a:r>
            <a:r>
              <a:rPr dirty="0" sz="4250" spc="55"/>
              <a:t>L</a:t>
            </a:r>
            <a:r>
              <a:rPr dirty="0" sz="4250" spc="-20"/>
              <a:t>E</a:t>
            </a:r>
            <a:r>
              <a:rPr dirty="0" sz="4250" spc="20"/>
              <a:t>M</a:t>
            </a:r>
            <a:r>
              <a:rPr dirty="0" sz="4250"/>
              <a:t>	</a:t>
            </a:r>
            <a:r>
              <a:rPr dirty="0" sz="4250" spc="10"/>
              <a:t>S</a:t>
            </a:r>
            <a:r>
              <a:rPr dirty="0" sz="4250" spc="-370"/>
              <a:t>T</a:t>
            </a:r>
            <a:r>
              <a:rPr dirty="0" sz="4250" spc="-375"/>
              <a:t>A</a:t>
            </a:r>
            <a:r>
              <a:rPr dirty="0" sz="4250" spc="15"/>
              <a:t>T</a:t>
            </a:r>
            <a:r>
              <a:rPr dirty="0" sz="4250" spc="-10"/>
              <a:t>E</a:t>
            </a:r>
            <a:r>
              <a:rPr dirty="0" sz="4250" spc="-20"/>
              <a:t>ME</a:t>
            </a:r>
            <a:r>
              <a:rPr dirty="0" sz="4250" spc="10"/>
              <a:t>NT</a:t>
            </a:r>
            <a:endParaRPr sz="4250"/>
          </a:p>
        </p:txBody>
      </p:sp>
      <p:pic>
        <p:nvPicPr>
          <p:cNvPr id="2097163"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66"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4</a:t>
            </a:fld>
            <a:endParaRPr dirty="0" spc="10"/>
          </a:p>
        </p:txBody>
      </p:sp>
      <p:sp>
        <p:nvSpPr>
          <p:cNvPr id="1048667" name=""/>
          <p:cNvSpPr txBox="1"/>
          <p:nvPr/>
        </p:nvSpPr>
        <p:spPr>
          <a:xfrm>
            <a:off x="676274" y="2527807"/>
            <a:ext cx="7429500" cy="2186940"/>
          </a:xfrm>
          <a:prstGeom prst="rect"/>
        </p:spPr>
        <p:txBody>
          <a:bodyPr rtlCol="0" wrap="square">
            <a:spAutoFit/>
          </a:bodyPr>
          <a:p>
            <a:r>
              <a:rPr sz="2800" lang="en-IN">
                <a:solidFill>
                  <a:srgbClr val="000000"/>
                </a:solidFill>
              </a:rPr>
              <a:t>“The challenge is to design and develop a portfolio that effectively showcases my skills, projects, and achievements in a visually appealing, user-friendly, and professional manner.”</a:t>
            </a:r>
            <a:endParaRPr sz="2800" lang="en-IN">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grpSp>
        <p:nvGrpSpPr>
          <p:cNvPr id="38" name="object 2"/>
          <p:cNvGrpSpPr/>
          <p:nvPr/>
        </p:nvGrpSpPr>
        <p:grpSpPr>
          <a:xfrm>
            <a:off x="8658225" y="2647950"/>
            <a:ext cx="3533775" cy="3810000"/>
            <a:chOff x="8658225" y="2647950"/>
            <a:chExt cx="3533775" cy="3810000"/>
          </a:xfrm>
        </p:grpSpPr>
        <p:sp>
          <p:nvSpPr>
            <p:cNvPr id="1048668"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69"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4" name="object 5"/>
            <p:cNvPicPr>
              <a:picLocks/>
            </p:cNvPicPr>
            <p:nvPr/>
          </p:nvPicPr>
          <p:blipFill>
            <a:blip xmlns:r="http://schemas.openxmlformats.org/officeDocument/2006/relationships" r:embed="rId1" cstate="print"/>
            <a:stretch>
              <a:fillRect/>
            </a:stretch>
          </p:blipFill>
          <p:spPr>
            <a:xfrm>
              <a:off x="8658225" y="2647950"/>
              <a:ext cx="3533775" cy="3810000"/>
            </a:xfrm>
            <a:prstGeom prst="rect"/>
          </p:spPr>
        </p:pic>
      </p:grpSp>
      <p:sp>
        <p:nvSpPr>
          <p:cNvPr id="1048670"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1" name="object 7"/>
          <p:cNvSpPr txBox="1">
            <a:spLocks noGrp="1"/>
          </p:cNvSpPr>
          <p:nvPr>
            <p:ph type="title"/>
          </p:nvPr>
        </p:nvSpPr>
        <p:spPr>
          <a:xfrm>
            <a:off x="739775" y="829627"/>
            <a:ext cx="5263515" cy="638810"/>
          </a:xfrm>
          <a:prstGeom prst="rect"/>
        </p:spPr>
        <p:txBody>
          <a:bodyPr bIns="0" lIns="0" rIns="0" rtlCol="0" tIns="16510" vert="horz" wrap="square">
            <a:spAutoFit/>
          </a:bodyPr>
          <a:p>
            <a:pPr marL="12700">
              <a:lnSpc>
                <a:spcPct val="100000"/>
              </a:lnSpc>
              <a:spcBef>
                <a:spcPts val="130"/>
              </a:spcBef>
              <a:tabLst>
                <a:tab algn="l" pos="2642870"/>
              </a:tabLst>
            </a:pPr>
            <a:r>
              <a:rPr dirty="0" sz="4250" spc="5"/>
              <a:t>PROJECT	</a:t>
            </a:r>
            <a:r>
              <a:rPr dirty="0" sz="4250" spc="-20"/>
              <a:t>OVERVIEW</a:t>
            </a:r>
            <a:endParaRPr sz="4250"/>
          </a:p>
        </p:txBody>
      </p:sp>
      <p:pic>
        <p:nvPicPr>
          <p:cNvPr id="2097165"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72"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5</a:t>
            </a:fld>
            <a:endParaRPr dirty="0" spc="10"/>
          </a:p>
        </p:txBody>
      </p:sp>
      <p:sp>
        <p:nvSpPr>
          <p:cNvPr id="1048673" name=""/>
          <p:cNvSpPr txBox="1"/>
          <p:nvPr/>
        </p:nvSpPr>
        <p:spPr>
          <a:xfrm>
            <a:off x="926786" y="2019299"/>
            <a:ext cx="7094312" cy="4282439"/>
          </a:xfrm>
          <a:prstGeom prst="rect"/>
        </p:spPr>
        <p:txBody>
          <a:bodyPr rtlCol="0" wrap="square">
            <a:spAutoFit/>
          </a:bodyPr>
          <a:p>
            <a:r>
              <a:rPr sz="2800" lang="en-IN">
                <a:solidFill>
                  <a:srgbClr val="000000"/>
                </a:solidFill>
              </a:rPr>
              <a:t>This project showcases my skills in web development, design, and problem-solving through the creation of a personal portfolio website. The portfolio highlights my academic background, technical expertise, and practical projects. It is designed to provide a professional online presence, demonstrating my ability to create responsive, user-friendly, and visually appealing websites.</a:t>
            </a:r>
            <a:endParaRPr sz="2800" lang="en-IN">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74" name="object 2"/>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5" name="object 3"/>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6"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77" name="object 5"/>
          <p:cNvSpPr txBox="1">
            <a:spLocks noGrp="1"/>
          </p:cNvSpPr>
          <p:nvPr>
            <p:ph type="title"/>
          </p:nvPr>
        </p:nvSpPr>
        <p:spPr>
          <a:xfrm>
            <a:off x="699452" y="891793"/>
            <a:ext cx="5014595" cy="518159"/>
          </a:xfrm>
          <a:prstGeom prst="rect"/>
        </p:spPr>
        <p:txBody>
          <a:bodyPr bIns="0" lIns="0" rIns="0" rtlCol="0" tIns="16510" vert="horz" wrap="square">
            <a:spAutoFit/>
          </a:bodyPr>
          <a:p>
            <a:pPr marL="12700">
              <a:lnSpc>
                <a:spcPct val="100000"/>
              </a:lnSpc>
              <a:spcBef>
                <a:spcPts val="130"/>
              </a:spcBef>
            </a:pPr>
            <a:r>
              <a:rPr dirty="0" sz="3200" spc="25"/>
              <a:t>W</a:t>
            </a:r>
            <a:r>
              <a:rPr dirty="0" sz="3200" spc="-20"/>
              <a:t>H</a:t>
            </a:r>
            <a:r>
              <a:rPr dirty="0" sz="3200" spc="20"/>
              <a:t>O</a:t>
            </a:r>
            <a:r>
              <a:rPr dirty="0" sz="3200" spc="-235"/>
              <a:t> </a:t>
            </a:r>
            <a:r>
              <a:rPr dirty="0" sz="3200" spc="-10"/>
              <a:t>AR</a:t>
            </a:r>
            <a:r>
              <a:rPr dirty="0" sz="3200" spc="15"/>
              <a:t>E</a:t>
            </a:r>
            <a:r>
              <a:rPr dirty="0" sz="3200" spc="-35"/>
              <a:t> </a:t>
            </a:r>
            <a:r>
              <a:rPr dirty="0" sz="3200" spc="-10"/>
              <a:t>T</a:t>
            </a:r>
            <a:r>
              <a:rPr dirty="0" sz="3200" spc="-15"/>
              <a:t>H</a:t>
            </a:r>
            <a:r>
              <a:rPr dirty="0" sz="3200" spc="15"/>
              <a:t>E</a:t>
            </a:r>
            <a:r>
              <a:rPr dirty="0" sz="3200" spc="-35"/>
              <a:t> </a:t>
            </a:r>
            <a:r>
              <a:rPr dirty="0" sz="3200" spc="-20"/>
              <a:t>E</a:t>
            </a:r>
            <a:r>
              <a:rPr dirty="0" sz="3200" spc="30"/>
              <a:t>N</a:t>
            </a:r>
            <a:r>
              <a:rPr dirty="0" sz="3200" spc="15"/>
              <a:t>D</a:t>
            </a:r>
            <a:r>
              <a:rPr dirty="0" sz="3200" spc="-45"/>
              <a:t> </a:t>
            </a:r>
            <a:r>
              <a:rPr dirty="0" sz="3200"/>
              <a:t>U</a:t>
            </a:r>
            <a:r>
              <a:rPr dirty="0" sz="3200" spc="10"/>
              <a:t>S</a:t>
            </a:r>
            <a:r>
              <a:rPr dirty="0" sz="3200" spc="-25"/>
              <a:t>E</a:t>
            </a:r>
            <a:r>
              <a:rPr dirty="0" sz="3200" spc="-10"/>
              <a:t>R</a:t>
            </a:r>
            <a:r>
              <a:rPr dirty="0" sz="3200" spc="5"/>
              <a:t>S?</a:t>
            </a:r>
            <a:endParaRPr sz="3200"/>
          </a:p>
        </p:txBody>
      </p:sp>
      <p:pic>
        <p:nvPicPr>
          <p:cNvPr id="2097166" name="object 6"/>
          <p:cNvPicPr>
            <a:picLocks/>
          </p:cNvPicPr>
          <p:nvPr/>
        </p:nvPicPr>
        <p:blipFill>
          <a:blip xmlns:r="http://schemas.openxmlformats.org/officeDocument/2006/relationships" r:embed="rId1" cstate="print"/>
          <a:stretch>
            <a:fillRect/>
          </a:stretch>
        </p:blipFill>
        <p:spPr>
          <a:xfrm>
            <a:off x="723900" y="6172200"/>
            <a:ext cx="2181225" cy="485775"/>
          </a:xfrm>
          <a:prstGeom prst="rect"/>
        </p:spPr>
      </p:pic>
      <p:sp>
        <p:nvSpPr>
          <p:cNvPr id="1048678" name="object 8"/>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6</a:t>
            </a:fld>
            <a:endParaRPr dirty="0" spc="10"/>
          </a:p>
        </p:txBody>
      </p:sp>
      <p:sp>
        <p:nvSpPr>
          <p:cNvPr id="1048679" name=""/>
          <p:cNvSpPr txBox="1"/>
          <p:nvPr/>
        </p:nvSpPr>
        <p:spPr>
          <a:xfrm>
            <a:off x="723900" y="2080258"/>
            <a:ext cx="7247658" cy="1348741"/>
          </a:xfrm>
          <a:prstGeom prst="rect"/>
        </p:spPr>
        <p:txBody>
          <a:bodyPr rtlCol="0" wrap="square">
            <a:spAutoFit/>
          </a:bodyPr>
          <a:p>
            <a:r>
              <a:rPr sz="2800" lang="en-IN">
                <a:solidFill>
                  <a:srgbClr val="000000"/>
                </a:solidFill>
              </a:rPr>
              <a:t>The end user for a portfolio is the recruiter, employer, client, or evaluator who reviews it to assess skills, experience, and suitability.</a:t>
            </a:r>
            <a:endParaRPr sz="2800" lang="en-IN">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pic>
        <p:nvPicPr>
          <p:cNvPr id="2097167" name="object 2"/>
          <p:cNvPicPr>
            <a:picLocks/>
          </p:cNvPicPr>
          <p:nvPr/>
        </p:nvPicPr>
        <p:blipFill>
          <a:blip xmlns:r="http://schemas.openxmlformats.org/officeDocument/2006/relationships" r:embed="rId1" cstate="print"/>
          <a:stretch>
            <a:fillRect/>
          </a:stretch>
        </p:blipFill>
        <p:spPr>
          <a:xfrm>
            <a:off x="0" y="1476375"/>
            <a:ext cx="2695574" cy="3248025"/>
          </a:xfrm>
          <a:prstGeom prst="rect"/>
        </p:spPr>
      </p:pic>
      <p:sp>
        <p:nvSpPr>
          <p:cNvPr id="1048680"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81"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82"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83" name="object 6"/>
          <p:cNvSpPr txBox="1">
            <a:spLocks noGrp="1"/>
          </p:cNvSpPr>
          <p:nvPr>
            <p:ph type="title"/>
          </p:nvPr>
        </p:nvSpPr>
        <p:spPr>
          <a:xfrm>
            <a:off x="558165" y="857885"/>
            <a:ext cx="9763125" cy="546736"/>
          </a:xfrm>
          <a:prstGeom prst="rect"/>
        </p:spPr>
        <p:txBody>
          <a:bodyPr bIns="0" lIns="0" rIns="0" rtlCol="0" tIns="13335" vert="horz" wrap="square">
            <a:spAutoFit/>
          </a:bodyPr>
          <a:p>
            <a:pPr marL="12700">
              <a:lnSpc>
                <a:spcPct val="100000"/>
              </a:lnSpc>
              <a:spcBef>
                <a:spcPts val="105"/>
              </a:spcBef>
            </a:pPr>
            <a:r>
              <a:rPr dirty="0" sz="3600" lang="en-IN" spc="10"/>
              <a:t>TOOLS AND TECHNIQUES</a:t>
            </a:r>
            <a:endParaRPr dirty="0" sz="3600"/>
          </a:p>
        </p:txBody>
      </p:sp>
      <p:pic>
        <p:nvPicPr>
          <p:cNvPr id="2097168" name="object 7"/>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84" name="object 9"/>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7</a:t>
            </a:fld>
            <a:endParaRPr dirty="0" spc="10"/>
          </a:p>
        </p:txBody>
      </p:sp>
      <p:sp>
        <p:nvSpPr>
          <p:cNvPr id="1048685" name=""/>
          <p:cNvSpPr txBox="1"/>
          <p:nvPr/>
        </p:nvSpPr>
        <p:spPr>
          <a:xfrm>
            <a:off x="2819400" y="1318260"/>
            <a:ext cx="8910609" cy="5539740"/>
          </a:xfrm>
          <a:prstGeom prst="rect"/>
        </p:spPr>
        <p:txBody>
          <a:bodyPr rtlCol="0" wrap="square">
            <a:spAutoFit/>
          </a:bodyPr>
          <a:p>
            <a:r>
              <a:rPr b="1" sz="2800" lang="en-IN">
                <a:solidFill>
                  <a:srgbClr val="000000"/>
                </a:solidFill>
              </a:rPr>
              <a:t>
Tools:
MS Word, PowerPoint, Google Docs/Slides (documentation &amp; presentation)
Canva, Figma, Photoshop (designing)
HTML, CSS, JavaScript, GitHub (digital/web portfolio)
Platforms like LinkedIn, Behance, WordPress (online showcasing)
</a:t>
            </a:r>
            <a:endParaRPr b="1" sz="2800" lang="en-IN">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614"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5"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15"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8</a:t>
            </a:fld>
            <a:endParaRPr sz="1100">
              <a:latin typeface="Trebuchet MS"/>
              <a:cs typeface="Trebuchet MS"/>
            </a:endParaRPr>
          </a:p>
        </p:txBody>
      </p:sp>
      <p:sp>
        <p:nvSpPr>
          <p:cNvPr id="1048616" name="object 8"/>
          <p:cNvSpPr txBox="1"/>
          <p:nvPr/>
        </p:nvSpPr>
        <p:spPr>
          <a:xfrm>
            <a:off x="739775" y="291147"/>
            <a:ext cx="8794750" cy="629018"/>
          </a:xfrm>
          <a:prstGeom prst="rect"/>
        </p:spPr>
        <p:txBody>
          <a:bodyPr bIns="0" lIns="0" rIns="0" rtlCol="0" tIns="13335" vert="horz" wrap="square">
            <a:spAutoFit/>
          </a:bodyPr>
          <a:p>
            <a:pPr marL="12700">
              <a:lnSpc>
                <a:spcPct val="100000"/>
              </a:lnSpc>
              <a:spcBef>
                <a:spcPts val="105"/>
              </a:spcBef>
            </a:pPr>
            <a:r>
              <a:rPr b="1" dirty="0" sz="4000" lang="en-IN" spc="15">
                <a:latin typeface="Trebuchet MS"/>
                <a:cs typeface="Trebuchet MS"/>
              </a:rPr>
              <a:t>POTFOLIO DESIGN AND LAYOUT</a:t>
            </a:r>
            <a:endParaRPr dirty="0" sz="4000">
              <a:latin typeface="Trebuchet MS"/>
              <a:cs typeface="Trebuchet MS"/>
            </a:endParaRPr>
          </a:p>
        </p:txBody>
      </p:sp>
      <p:sp>
        <p:nvSpPr>
          <p:cNvPr id="1048617" name="object 3"/>
          <p:cNvSpPr/>
          <p:nvPr/>
        </p:nvSpPr>
        <p:spPr>
          <a:xfrm>
            <a:off x="10058400" y="525141"/>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18" name=""/>
          <p:cNvSpPr txBox="1"/>
          <p:nvPr/>
        </p:nvSpPr>
        <p:spPr>
          <a:xfrm rot="21560756">
            <a:off x="1078743" y="1153720"/>
            <a:ext cx="7159556" cy="4701542"/>
          </a:xfrm>
          <a:prstGeom prst="rect"/>
        </p:spPr>
        <p:txBody>
          <a:bodyPr rtlCol="0" wrap="square">
            <a:spAutoFit/>
          </a:bodyPr>
          <a:p>
            <a:r>
              <a:rPr b="1" sz="2800" lang="en-IN">
                <a:solidFill>
                  <a:srgbClr val="000000"/>
                </a:solidFill>
              </a:rPr>
              <a:t>1. Cover Page
Full name (large, centered)
Title/role (e.g., Student Portfolio, Graphic Designer, Software Developer)
A professional photo or logo
Minimal background (solid color, gradient, or abstract patte</a:t>
            </a:r>
            <a:endParaRPr b="1" sz="2800" lang="en-IN">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607" name="Title 1"/>
          <p:cNvSpPr>
            <a:spLocks noGrp="1"/>
          </p:cNvSpPr>
          <p:nvPr>
            <p:ph type="title"/>
          </p:nvPr>
        </p:nvSpPr>
        <p:spPr>
          <a:xfrm>
            <a:off x="755332" y="385444"/>
            <a:ext cx="10681335" cy="723901"/>
          </a:xfrm>
        </p:spPr>
        <p:txBody>
          <a:bodyPr/>
          <a:p>
            <a:r>
              <a:rPr dirty="0" lang="en-IN"/>
              <a:t>FEATURES AND FUNCTIONALITY</a:t>
            </a:r>
          </a:p>
        </p:txBody>
      </p:sp>
      <p:sp>
        <p:nvSpPr>
          <p:cNvPr id="1048608" name=""/>
          <p:cNvSpPr txBox="1"/>
          <p:nvPr/>
        </p:nvSpPr>
        <p:spPr>
          <a:xfrm>
            <a:off x="755331" y="1497330"/>
            <a:ext cx="8636882" cy="3444240"/>
          </a:xfrm>
          <a:prstGeom prst="rect"/>
        </p:spPr>
        <p:txBody>
          <a:bodyPr rtlCol="0" wrap="square">
            <a:spAutoFit/>
          </a:bodyPr>
          <a:p>
            <a:r>
              <a:rPr b="1" sz="2800" lang="en-IN">
                <a:solidFill>
                  <a:srgbClr val="000000"/>
                </a:solidFill>
              </a:rPr>
              <a:t>The portfolio includes features like a home/intro page, about section, skills display, project showcase, resume download, and contact details. Its functionality ensures easy navigation, responsive design, interactivity, project filtering, and user engagement through accessibility and professional presentation.
</a:t>
            </a:r>
            <a:endParaRPr b="1" sz="2800" lang="en-IN">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1" name=""/>
        <p:cNvGrpSpPr/>
        <p:nvPr/>
      </p:nvGrpSpPr>
      <p:grpSpPr>
        <a:xfrm>
          <a:off x="0" y="0"/>
          <a:ext cx="0" cy="0"/>
          <a:chOff x="0" y="0"/>
          <a:chExt cx="0" cy="0"/>
        </a:xfrm>
      </p:grpSpPr>
      <p:sp>
        <p:nvSpPr>
          <p:cNvPr id="1048600" name="object 2"/>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01"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02"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03"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3" name="object 6"/>
          <p:cNvPicPr>
            <a:picLocks/>
          </p:cNvPicPr>
          <p:nvPr/>
        </p:nvPicPr>
        <p:blipFill>
          <a:blip xmlns:r="http://schemas.openxmlformats.org/officeDocument/2006/relationships" r:embed="rId1" cstate="print"/>
          <a:stretch>
            <a:fillRect/>
          </a:stretch>
        </p:blipFill>
        <p:spPr>
          <a:xfrm>
            <a:off x="66675" y="3381373"/>
            <a:ext cx="2466975" cy="3419475"/>
          </a:xfrm>
          <a:prstGeom prst="rect"/>
        </p:spPr>
      </p:pic>
      <p:sp>
        <p:nvSpPr>
          <p:cNvPr id="1048604" name="object 7"/>
          <p:cNvSpPr txBox="1">
            <a:spLocks noGrp="1"/>
          </p:cNvSpPr>
          <p:nvPr>
            <p:ph type="title"/>
          </p:nvPr>
        </p:nvSpPr>
        <p:spPr>
          <a:xfrm>
            <a:off x="739775" y="654938"/>
            <a:ext cx="8480425" cy="638810"/>
          </a:xfrm>
          <a:prstGeom prst="rect"/>
        </p:spPr>
        <p:txBody>
          <a:bodyPr bIns="0" lIns="0" rIns="0" rtlCol="0" tIns="16510" vert="horz" wrap="square">
            <a:spAutoFit/>
          </a:bodyPr>
          <a:p>
            <a:pPr marL="12700">
              <a:lnSpc>
                <a:spcPct val="100000"/>
              </a:lnSpc>
              <a:spcBef>
                <a:spcPts val="130"/>
              </a:spcBef>
            </a:pPr>
            <a:r>
              <a:rPr dirty="0" sz="4250" lang="en-IN" spc="15"/>
              <a:t>RESULTS AND SCREENSHOTS</a:t>
            </a:r>
            <a:endParaRPr dirty="0" sz="4250"/>
          </a:p>
        </p:txBody>
      </p:sp>
      <p:sp>
        <p:nvSpPr>
          <p:cNvPr id="1048605" name="object 8"/>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10</a:t>
            </a:fld>
            <a:endParaRPr sz="1100">
              <a:latin typeface="Trebuchet MS"/>
              <a:cs typeface="Trebuchet MS"/>
            </a:endParaRPr>
          </a:p>
        </p:txBody>
      </p:sp>
      <p:sp>
        <p:nvSpPr>
          <p:cNvPr id="1048606" name="TextBox 8"/>
          <p:cNvSpPr txBox="1"/>
          <p:nvPr/>
        </p:nvSpPr>
        <p:spPr>
          <a:xfrm>
            <a:off x="2743200" y="2354703"/>
            <a:ext cx="8534018" cy="954107"/>
          </a:xfrm>
          <a:prstGeom prst="rect"/>
          <a:noFill/>
        </p:spPr>
        <p:txBody>
          <a:bodyPr rtlCol="0" wrap="square">
            <a:spAutoFit/>
          </a:bodyPr>
          <a:p>
            <a:pPr algn="l">
              <a:buFont typeface="Arial" panose="020B0604020202020204" pitchFamily="34" charset="0"/>
              <a:buChar char="•"/>
            </a:pPr>
            <a:endParaRPr b="0" dirty="0" sz="2800" i="0" lang="en-US">
              <a:solidFill>
                <a:srgbClr val="0D0D0D"/>
              </a:solidFill>
              <a:effectLst/>
              <a:latin typeface="Times New Roman" panose="02020603050405020304" pitchFamily="18" charset="0"/>
              <a:cs typeface="Times New Roman" panose="02020603050405020304" pitchFamily="18" charset="0"/>
            </a:endParaRPr>
          </a:p>
          <a:p>
            <a:endParaRPr dirty="0" sz="2800" lang="en-IN">
              <a:latin typeface="Times New Roman" panose="02020603050405020304" pitchFamily="18" charset="0"/>
              <a:cs typeface="Times New Roman" panose="02020603050405020304" pitchFamily="18" charset="0"/>
            </a:endParaRPr>
          </a:p>
        </p:txBody>
      </p:sp>
      <p:pic>
        <p:nvPicPr>
          <p:cNvPr id="2097154" name=""/>
          <p:cNvPicPr>
            <a:picLocks/>
          </p:cNvPicPr>
          <p:nvPr/>
        </p:nvPicPr>
        <p:blipFill>
          <a:blip xmlns:r="http://schemas.openxmlformats.org/officeDocument/2006/relationships" r:embed="rId2"/>
          <a:stretch>
            <a:fillRect/>
          </a:stretch>
        </p:blipFill>
        <p:spPr>
          <a:xfrm rot="0">
            <a:off x="3221225" y="1857375"/>
            <a:ext cx="6137205" cy="4163328"/>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0" name=""/>
        <p:cNvGrpSpPr/>
        <p:nvPr/>
      </p:nvGrpSpPr>
      <p:grpSpPr>
        <a:xfrm>
          <a:off x="0" y="0"/>
          <a:ext cx="0" cy="0"/>
          <a:chOff x="0" y="0"/>
          <a:chExt cx="0" cy="0"/>
        </a:xfrm>
      </p:grpSpPr>
      <p:sp>
        <p:nvSpPr>
          <p:cNvPr id="1048595"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596"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597"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2"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598" name="object 7"/>
          <p:cNvSpPr txBox="1">
            <a:spLocks noGrp="1"/>
          </p:cNvSpPr>
          <p:nvPr>
            <p:ph type="title"/>
          </p:nvPr>
        </p:nvSpPr>
        <p:spPr>
          <a:xfrm>
            <a:off x="755332" y="385444"/>
            <a:ext cx="4578668" cy="752129"/>
          </a:xfrm>
          <a:prstGeom prst="rect"/>
        </p:spPr>
        <p:txBody>
          <a:bodyPr bIns="0" lIns="0" rIns="0" rtlCol="0" tIns="13335" vert="horz" wrap="square">
            <a:spAutoFit/>
          </a:bodyPr>
          <a:p>
            <a:pPr marL="12700">
              <a:lnSpc>
                <a:spcPct val="100000"/>
              </a:lnSpc>
              <a:spcBef>
                <a:spcPts val="105"/>
              </a:spcBef>
            </a:pPr>
            <a:r>
              <a:rPr dirty="0" lang="en-IN"/>
              <a:t>CONCLUSION</a:t>
            </a:r>
            <a:endParaRPr dirty="0"/>
          </a:p>
        </p:txBody>
      </p:sp>
      <p:sp>
        <p:nvSpPr>
          <p:cNvPr id="1048599"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11</a:t>
            </a:fld>
            <a:endParaRPr sz="1100">
              <a:latin typeface="Trebuchet MS"/>
              <a:cs typeface="Trebuchet MS"/>
            </a:endParaRPr>
          </a:p>
        </p:txBody>
      </p:sp>
      <p:sp>
        <p:nvSpPr>
          <p:cNvPr id="1048706" name=""/>
          <p:cNvSpPr txBox="1"/>
          <p:nvPr/>
        </p:nvSpPr>
        <p:spPr>
          <a:xfrm>
            <a:off x="755332" y="1451753"/>
            <a:ext cx="8052954" cy="3863340"/>
          </a:xfrm>
          <a:prstGeom prst="rect"/>
        </p:spPr>
        <p:txBody>
          <a:bodyPr rtlCol="0" wrap="square">
            <a:spAutoFit/>
          </a:bodyPr>
          <a:p>
            <a:r>
              <a:rPr b="1" sz="2800" lang="en-IN">
                <a:solidFill>
                  <a:srgbClr val="000000"/>
                </a:solidFill>
              </a:rPr>
              <a:t>In conclusion, this portfolio highlights my skills, knowledge, and experiences while showcasing my ability to apply creativity and technical expertise effectively. It reflects my growth, dedication, and commitment to continuous learning and improvement. By presenting my projects and achievements, this portfolio not only demonstrates my capabilities but also serves as a foundation for future opportunities.</a:t>
            </a:r>
            <a:endParaRPr b="1" sz="2800" lang="en-IN">
              <a:solidFill>
                <a:srgbClr val="00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Face Mask Detection using Convolutional Neural Network (CNN)  </dc:title>
  <dc:creator>Konduru Narasimha</dc:creator>
  <cp:lastModifiedBy>Nanthini Mohan</cp:lastModifiedBy>
  <dcterms:created xsi:type="dcterms:W3CDTF">2024-03-26T21:07:22Z</dcterms:created>
  <dcterms:modified xsi:type="dcterms:W3CDTF">2025-09-09T07:31:46Z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y fmtid="{D5CDD505-2E9C-101B-9397-08002B2CF9AE}" pid="4" name="ICV">
    <vt:lpwstr>f4edc4ce61474c8db7d2ab20c7febeb5</vt:lpwstr>
  </property>
</Properties>
</file>